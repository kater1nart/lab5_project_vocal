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102910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280160"/>
            <a:ext cx="6217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Система автоматической разметки музыкального каталога по типу фронт-вокала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217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Лабораторная работа 5. Защита исследовательского проекта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Прикладные задачи машинного обучения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Выполнила: Таарачева Екатерина Вадимовна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6446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Фото: Neumann U87, Wikimedia Commons, CC BY-SA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Проблема: у большинства треков в каталогах нет метки типа вокала, а она нужна для фильтров поиска («музыка без слов», «женский вокал») и рекомендаций. Ручная разметка миллионов треков слишком дорога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Объект: процесс разметки музыкального каталога атрибутами контента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Предмет: методы ML для определения типа фронт-вокала — LLM, слияние модальностей, многоагентное RL, оптимизация обучения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Цель: разработать и обосновать систему, которая размечает треки автоматически, когда уверена, и передаёт остальные модератору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Классы: мужской вокал, женский вокал, группа / хор, инструментал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Гипотезы и итог проверки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486400"/>
                <a:gridCol w="914400"/>
                <a:gridCol w="4023360"/>
              </a:tblGrid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Гипотеза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Где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rial"/>
                        </a:rPr>
                        <a:t>Итог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VLM без обучения не справляются, обученная модель сильнее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ЛР1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подтверждена: 0,24 против 0,75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Слияние трёх модальностей даёт значимый прирост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ЛР2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да на основном каталоге (+0,079), нет на новом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Несколько агентов лучше одного правила для решения «автометка / модератор»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ЛР3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отвергнута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Выбор оптимизатора важнее случайности 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ЛР4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Arial"/>
                        </a:rPr>
                        <a:t>отвергнута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Две из четырёх гипотез отвергнуты — это тоже результат: он показывает, чего в системе делать не нужно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Литература: 39 источников и исследовательский разрыв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4864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280160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Источников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Данные и тегирование музыки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LLM / 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Слияние модальностей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MARL и человек в контуре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Безопасный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Оптимизация и воспроизводимость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Калибровка и ответственный 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Обзоры ЛР1–4 (~58 работ) объединены без дубликатов; 3 российские работы (AIRI, МФТИ)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Разрыв: никто не сравнивал LLM, слияние модальностей и обученные модели для типа вокала на одном протоколе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Прирост мультимодальности в музыке почти не проверяют на другом каталоге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Разметку с модератором не рассматривали как многоагентную задачу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Данные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26280"/>
                <a:gridCol w="4526280"/>
              </a:tblGrid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MagnaTagATune (основной)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Song Describer + Jamendo (проверка)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Что это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кусочки песен по 29 с с подписями слушателей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треки Jamendo с описаниями, 2005–2017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Объём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7 099 клипов, 230 исполнителей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281 трек, 106 исполнителей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Метки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собраны из тегов («male vocal», «no vocals»…)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извлечены из текстовых описаний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Разбиение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по исполнителям 70 / 15 /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только для проверки, по годам релиза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Лицензия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CC BY-NC-SA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CC BY-SA 4.0 / CC Jamendo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Защита от утечки: один исполнитель — только в одной части; почти одинаковые кусочки удалены; настройка — только на val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Аудио двух каталогов приведено к одной частоте 16 кГц — без этого перенос ломался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Архитектура системы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3931920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Модуль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Что делает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Решение по экспериментам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1. Приём и проверка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метаданные + 10 с аудио, проверка длины и тишины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приведение аудио к 16 кГц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2. LLM-модуль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VLM по картинке звука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исключён из решений (ЛР1)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3. Три эксперта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текст / звуковой ряд / спектрограмма → вероятности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среднее вероятностей (ЛР2)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4. Маршрутизация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автометка или модератор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простое правило с порогом (ЛР3)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5. Контроль риска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бюджет модератора, журнал, объяснение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</a:rPr>
                        <a:t>порог под допустимую долю ошибок (ЛР5)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Модератор видит: голос каждой модальности, их согласие, уверенность и причину решения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Оптимизатор для нейросетевых вариантов подбирается под архитектуру (ЛР4)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ЛР1: большие языковые модели</a:t>
            </a:r>
          </a:p>
        </p:txBody>
      </p:sp>
      <p:pic>
        <p:nvPicPr>
          <p:cNvPr id="3" name="Picture 2" descr="lab1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863840" cy="419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37160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3 модели смотрели на картинку звука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Все — на уровне угадывания (0,25)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Лучшая: 0,24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Простая обученная модель: 0,75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Вывод: LLM не используются для решения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ЛР2: объединение трёх модальностей</a:t>
            </a:r>
          </a:p>
        </p:txBody>
      </p:sp>
      <p:pic>
        <p:nvPicPr>
          <p:cNvPr id="3" name="Picture 2" descr="lab2_m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766560" cy="35524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28016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Стекинг: 0,760 против 0,681 у лучшей одиночной модели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Прирост +0,079, p = 0,0002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Главная модальность — звуковой ряд; текст и картинка исправляют путаницу мужского и женского голоса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На новом каталоге Jamendo прирост исчезает (0,42 против 0,44)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ЛР3: несколько агентов против простого правила</a:t>
            </a:r>
          </a:p>
        </p:txBody>
      </p:sp>
      <p:pic>
        <p:nvPicPr>
          <p:cNvPr id="3" name="Picture 2" descr="lab3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949440" cy="35519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480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Эксперты-модальности голосуют, координатор решает: автометка или модератор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8 алгоритмов, 5 запусков каждый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Лучший — MAPPO: 2,8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Простое правило: 8,6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Причина: голосование теряет информацию об уверенности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ЛР4: оптимизаторы и случайность</a:t>
            </a:r>
          </a:p>
        </p:txBody>
      </p:sp>
      <p:pic>
        <p:nvPicPr>
          <p:cNvPr id="3" name="Picture 2" descr="lab4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138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8 оптимизаторов × 10 запусков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Все в коридоре 0,66–0,68, лидеры неразличимы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Случайность обучения сравнима с разницей методов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Лучший здесь (Nesterov) — один из худших в модели ЛР2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Вывод: подбирать под модель, много запусков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Итоговая система: сколько можно размечать автоматически</a:t>
            </a:r>
          </a:p>
        </p:txBody>
      </p:sp>
      <p:pic>
        <p:nvPicPr>
          <p:cNvPr id="3" name="Picture 2" descr="risk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589520" cy="45537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0" y="1371600"/>
          <a:ext cx="36576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Ошибок не более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Авто, MTAT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Ошибка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16%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31089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На новом каталоге при том же пороге ошибка 15% — нужна перекалибровка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Демонстрация: поток из 8 треков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3291840"/>
                <a:gridCol w="1371600"/>
                <a:gridCol w="182880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Трек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Текст / ряд / 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Метка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Решение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St. Eliyah Childrens Choir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group / group /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авто ✔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Norine Braun — Modern Anguish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женский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female / male / 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авто ✔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Tilopa — Roku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инструментал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female / instr. / instr.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instr.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авто ✔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Processor — Insomnia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мужской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instr. / instr. / 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instr.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авто ✘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Jamendo: Flowers…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женский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male / female / instr.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модератор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 таблице — 5 показательных треков из 8; 0,08 с на трек; каждое решение записывается в журнал с объяснением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Ошибка с «Insomnia» видна честно: при пороге под 10% ошибок трек ушёл бы модератору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Ответственность и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«Мужской / женский» — тембр голоса, а не пол исполнителя: метку нельзя использовать как атрибут человека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Смещения: жанры (мужской вокал чаще в роке, хор — в опере), старый каталог независимого лейбла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Персональные данные не обрабатываются; аудио не сохраняется; соблюдение лицензий каталогов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Решение остаётся за модератором при низкой уверенности и при несогласии модальностей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Главный риск — новый каталог: ошибки растут, поэтому перед запуском нужна перекалибровка и мониторинг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Готовые LLM для этой задачи не подходят; основа — обученные модели на звуке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Объединение модальностей помогает на своём каталоге (+0,08), но не переносится на новый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Простое централизованное правило лучше многоагентной схемы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Оптимизатор подбирается под модель; выводы проверяются на многих запусках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Итог: 44% треков размечаются автоматически с ошибкой 8%, остальные — модератором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Новизна: единое сравнение трёх подходов, причина провала переноса, постановка разметки как многоагентной задачи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Код и результаты: github.com/kater1nart (lab1–lab5)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